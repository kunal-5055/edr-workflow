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457200" cy="457200"/>
          </a:xfrm>
          <a:prstGeom prst="rect">
            <a:avLst/>
          </a:prstGeom>
          <a:solidFill>
            <a:srgbClr val="00C9D4">
              <a:alpha val="85000"/>
            </a:srgbClr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502920"/>
            <a:ext cx="320040" cy="320040"/>
          </a:xfrm>
          <a:prstGeom prst="rect">
            <a:avLst/>
          </a:prstGeom>
          <a:solidFill>
            <a:srgbClr val="00C9D4">
              <a:alpha val="75000"/>
            </a:srgbClr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37160"/>
            <a:ext cx="411480" cy="411480"/>
          </a:xfrm>
          <a:prstGeom prst="rect">
            <a:avLst/>
          </a:prstGeom>
          <a:solidFill>
            <a:srgbClr val="00C9D4">
              <a:alpha val="80000"/>
            </a:srgbClr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EDR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&amp; Response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Workflow &amp; SOC Management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53542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Center  •  Threat Intelligence  •  Incident Response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00584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470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purpose, and why it matters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100584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0328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18470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agents, and data 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31720"/>
            <a:ext cx="64008" cy="100584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9768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EDR 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3035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analysis, and response mechanisms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31720"/>
            <a:ext cx="64008" cy="100584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10328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in SOC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0328" y="3035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workflows and alert triage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20440"/>
            <a:ext cx="64008" cy="100584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29768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Workflow &amp; Playbook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" y="42245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incident response process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520440"/>
            <a:ext cx="4251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20440"/>
            <a:ext cx="64008" cy="100584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910328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 &amp; Use Cases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0328" y="42245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hunting, forensics, and automation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EDR?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solidFill>
            <a:srgbClr val="1A2F47"/>
          </a:solidFill>
          <a:ln w="19050">
            <a:solidFill>
              <a:srgbClr val="00C9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pPr algn="l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(Endpoint Detection &amp; Response) is a cybersecurity solution that continuously monitors endpoint devices—laptops, servers, workstations, and mobile devices—to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investigate, and respond to threats in real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2011680" cy="25146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286000"/>
            <a:ext cx="201168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all endpoint activity 24/7 — processes, network connections, file changes, registry modifications.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286000"/>
            <a:ext cx="2011680" cy="25146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2286000"/>
            <a:ext cx="201168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behavioral analytics, ML, and threat intel to identify malicious activity as it happens.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286000"/>
            <a:ext cx="2011680" cy="25146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286000"/>
            <a:ext cx="201168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8" name="Text 16"/>
          <p:cNvSpPr/>
          <p:nvPr/>
        </p:nvSpPr>
        <p:spPr>
          <a:xfrm>
            <a:off x="4690872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0916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compromised hosts, kills processes, and blocks malicious files automatically.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2286000"/>
            <a:ext cx="2011680" cy="25146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2286000"/>
            <a:ext cx="201168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39712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Investigation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full attack timeline and root cause analysis for every incident.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–  ENDPOINTS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128016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2984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/ Desktops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86200" y="128016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12984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74920" y="128016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2984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984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52360" y="128016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12984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Workloads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993392"/>
            <a:ext cx="274320" cy="164592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176272"/>
            <a:ext cx="8503920" cy="9144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49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–  EDR AGENT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97480" y="237744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23957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Hooks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237744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23957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Telemetry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237744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3957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237744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3957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Capture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52360" y="237744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23957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Events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3090672"/>
            <a:ext cx="274320" cy="164592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273552"/>
            <a:ext cx="8503920" cy="91440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–  EDR PLATFORM / CLOUD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97480" y="347472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34930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Engine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86200" y="347472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886200" y="34930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347472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4930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Analytics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347472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4930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3474720"/>
            <a:ext cx="10972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52360" y="34930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Integration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upward: Agent captures endpoint telemetry → forwards to EDR Platform for analysis → triggers automated or analyst-driven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EDR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91640" y="2148840"/>
            <a:ext cx="32004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5" name="Shape 3"/>
          <p:cNvSpPr/>
          <p:nvPr/>
        </p:nvSpPr>
        <p:spPr>
          <a:xfrm>
            <a:off x="1993392" y="2084832"/>
            <a:ext cx="73152" cy="164592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914400" cy="914400"/>
          </a:xfrm>
          <a:prstGeom prst="ellipse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1280160" cy="214884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743200"/>
            <a:ext cx="1188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harvests telemetry: processes, network, file ops, logins, registry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2148840"/>
            <a:ext cx="32004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2084832"/>
            <a:ext cx="73152" cy="164592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240280" y="1143000"/>
            <a:ext cx="914400" cy="914400"/>
          </a:xfrm>
          <a:prstGeom prst="ellipse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1031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03120" y="2670048"/>
            <a:ext cx="1280160" cy="214884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2743200"/>
            <a:ext cx="1188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+ signature + ML engines flag anomalies and IOCs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2148840"/>
            <a:ext cx="32004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68112" y="2084832"/>
            <a:ext cx="73152" cy="164592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1143000"/>
            <a:ext cx="914400" cy="914400"/>
          </a:xfrm>
          <a:prstGeom prst="ellipse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8404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2670048"/>
            <a:ext cx="1280160" cy="214884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2743200"/>
            <a:ext cx="1188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events form attack storyline via MITRE ATT&amp;CK mapping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3720" y="2148840"/>
            <a:ext cx="320040" cy="5486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05472" y="2084832"/>
            <a:ext cx="73152" cy="164592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0" y="1143000"/>
            <a:ext cx="914400" cy="914400"/>
          </a:xfrm>
          <a:prstGeom prst="ellipse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5778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77840" y="2670048"/>
            <a:ext cx="1280160" cy="214884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2743200"/>
            <a:ext cx="1188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playbooks isolate, contain, kill, or alert SOC analysts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52360" y="1143000"/>
            <a:ext cx="914400" cy="914400"/>
          </a:xfrm>
          <a:prstGeom prst="ellipse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3152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2670048"/>
            <a:ext cx="1280160" cy="214884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2743200"/>
            <a:ext cx="1188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Rollback, patch, re-image, and close the incident with full report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3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EDR IN SOC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8892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16152"/>
            <a:ext cx="2788920" cy="731520"/>
          </a:xfrm>
          <a:prstGeom prst="rect">
            <a:avLst/>
          </a:prstGeom>
          <a:solidFill>
            <a:srgbClr val="27AE60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Analyst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EDR alert queue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true positive vs. false positive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364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scope assessment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high-severity alerts to Tier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278892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216152"/>
            <a:ext cx="2788920" cy="731520"/>
          </a:xfrm>
          <a:prstGeom prst="rect">
            <a:avLst/>
          </a:prstGeom>
          <a:solidFill>
            <a:srgbClr val="F39C12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investigation using EDR timeline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technique mapping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364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&amp; isolation via EDR console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collection for forensics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43000"/>
            <a:ext cx="2788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216152"/>
            <a:ext cx="2788920" cy="731520"/>
          </a:xfrm>
          <a:prstGeom prst="rect">
            <a:avLst/>
          </a:prstGeom>
          <a:solidFill>
            <a:srgbClr val="E74C3C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36208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Hunter / IR Lead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0848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threat hunting across fleet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detection rule authoring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364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&amp; attribution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playbook improvement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Flow 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EDR WORKFLOW &amp; PLAYBOOK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463040" cy="38404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481328"/>
            <a:ext cx="73152" cy="146304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097280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0972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agent detects anomalous behavior / IOC match on endpoint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146304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627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011680"/>
            <a:ext cx="73152" cy="1463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1627632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62763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generated with severity score, MITRE tactic, and host context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157984"/>
            <a:ext cx="146304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579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542032"/>
            <a:ext cx="73152" cy="14630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Shape 15"/>
          <p:cNvSpPr/>
          <p:nvPr/>
        </p:nvSpPr>
        <p:spPr>
          <a:xfrm>
            <a:off x="1965960" y="2157984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215798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analyst reviews alert queue; validates and classifies event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146304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88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3072384"/>
            <a:ext cx="73152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1965960" y="2688336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23" name="Text 21"/>
          <p:cNvSpPr/>
          <p:nvPr/>
        </p:nvSpPr>
        <p:spPr>
          <a:xfrm>
            <a:off x="2057400" y="268833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pulls full process tree, network graph, and timeline from EDR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1463040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218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3602736"/>
            <a:ext cx="73152" cy="14630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65960" y="3218688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28" name="Text 26"/>
          <p:cNvSpPr/>
          <p:nvPr/>
        </p:nvSpPr>
        <p:spPr>
          <a:xfrm>
            <a:off x="2057400" y="321868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isolated via EDR; lateral movement blocked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1463040" cy="3840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ERADICATE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05840" y="4133088"/>
            <a:ext cx="73152" cy="14630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2" name="Shape 30"/>
          <p:cNvSpPr/>
          <p:nvPr/>
        </p:nvSpPr>
        <p:spPr>
          <a:xfrm>
            <a:off x="1965960" y="3749040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33" name="Text 31"/>
          <p:cNvSpPr/>
          <p:nvPr/>
        </p:nvSpPr>
        <p:spPr>
          <a:xfrm>
            <a:off x="2057400" y="3749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files removed, persistence mechanisms cleared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146304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2793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RECOVER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65960" y="4279392"/>
            <a:ext cx="6858000" cy="384048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37" name="Text 35"/>
          <p:cNvSpPr/>
          <p:nvPr/>
        </p:nvSpPr>
        <p:spPr>
          <a:xfrm>
            <a:off x="2057400" y="42793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restored, logs preserved, detection rules updated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EDR CAPABILITIES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search for hidden threats using IOH queries across the entire endpoint fleet.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43000"/>
            <a:ext cx="2743200" cy="6400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64408" y="1737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64408" y="20848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tagged with tactic and technique IDs for structured analysis.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143000"/>
            <a:ext cx="2743200" cy="6400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63056" y="1737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Playbooks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20848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SOAR-integrated rules auto-contain, notify, and remediate common threat scenarios.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2743200" cy="6400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39593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baseline normal activity and flag deviations — catches zero-days.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3017520"/>
            <a:ext cx="2743200" cy="6400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64408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Timeline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64408" y="39593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attack reconstruction: who, what, when, where — process tree to network callout.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3017520"/>
            <a:ext cx="2743200" cy="64008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31" name="Text 29"/>
          <p:cNvSpPr/>
          <p:nvPr/>
        </p:nvSpPr>
        <p:spPr>
          <a:xfrm>
            <a:off x="6163056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63056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Hybrid Coverage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63056" y="39593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for on-prem, cloud VMs, containers, and remote endpoints.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00C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EDR vs TRADITIONAL ANTIVIRUS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560320" cy="457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880360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005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45720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Signature-based only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15727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Behavioral + ML + Signatures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48256"/>
            <a:ext cx="8503920" cy="4572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482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Threats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0482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/ Missed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2048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detection capability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523744"/>
            <a:ext cx="8503920" cy="45720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237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5237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File-level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25237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process, network, memory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8503920" cy="4572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99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999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Quarantine 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Isolate host, kill process, rollback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8503920" cy="45720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available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4747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forensic timeline &amp; process tree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8503920" cy="457200"/>
          </a:xfrm>
          <a:prstGeom prst="rect">
            <a:avLst/>
          </a:prstGeom>
          <a:solidFill>
            <a:srgbClr val="233A5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50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950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supported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0" y="39502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hunting with query language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425696"/>
            <a:ext cx="8503920" cy="45720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425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425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mapped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44256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alert mapped to ATT&amp;CK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EDR is the backbone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modern endpoint security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2212848"/>
            <a:ext cx="201168" cy="201168"/>
          </a:xfrm>
          <a:prstGeom prst="ellipse">
            <a:avLst/>
          </a:prstGeom>
          <a:solidFill>
            <a:srgbClr val="00C9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76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provides continuous, 24/7 visibility into every endpoint across your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01168" cy="201168"/>
          </a:xfrm>
          <a:prstGeom prst="ellipse">
            <a:avLst/>
          </a:prstGeom>
          <a:solidFill>
            <a:srgbClr val="00C9D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0662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teams leverage EDR for structured alert triage, investigation, and incident response.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273552"/>
            <a:ext cx="201168" cy="201168"/>
          </a:xfrm>
          <a:prstGeom prst="ellipse">
            <a:avLst/>
          </a:prstGeom>
          <a:solidFill>
            <a:srgbClr val="00C9D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playbooks reduce MTTD and MTTR dramatically versus manual processes.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803904"/>
            <a:ext cx="201168" cy="201168"/>
          </a:xfrm>
          <a:prstGeom prst="ellipse">
            <a:avLst/>
          </a:prstGeom>
          <a:solidFill>
            <a:srgbClr val="00C9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673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integration enables precise threat classification and hunting.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334256"/>
            <a:ext cx="201168" cy="201168"/>
          </a:xfrm>
          <a:prstGeom prst="ellipse">
            <a:avLst/>
          </a:prstGeom>
          <a:solidFill>
            <a:srgbClr val="00C9D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97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is not a replacement for AV — it is a force multiplier for the entire SOC.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70001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Every Endpoint. Respond with Confidence. Protect the Mission.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 – Endpoint Detection &amp; Response in SOC Management</dc:title>
  <dc:subject>PptxGenJS Presentation</dc:subject>
  <dc:creator>PptxGenJS</dc:creator>
  <cp:lastModifiedBy>PptxGenJS</cp:lastModifiedBy>
  <cp:revision>1</cp:revision>
  <dcterms:created xsi:type="dcterms:W3CDTF">2026-03-20T06:35:59Z</dcterms:created>
  <dcterms:modified xsi:type="dcterms:W3CDTF">2026-03-20T06:35:59Z</dcterms:modified>
</cp:coreProperties>
</file>